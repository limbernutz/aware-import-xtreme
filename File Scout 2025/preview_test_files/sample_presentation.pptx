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File Scout 3.2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Enhanced Preview System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Preview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Document Preview (PDF, Word, Excel, PowerPoint)</a:t>
            </a:r>
          </a:p>
          <a:p>
            <a:r>
              <a:t>• Code Syntax Highlighting</a:t>
            </a:r>
          </a:p>
          <a:p>
            <a:r>
              <a:t>• Media Information (Audio/Video)</a:t>
            </a:r>
          </a:p>
          <a:p>
            <a:r>
              <a:t>• Archive Content Listing</a:t>
            </a:r>
          </a:p>
          <a:p>
            <a:r>
              <a:t>• Binary File Hex View</a:t>
            </a:r>
          </a:p>
          <a:p>
            <a:r>
              <a:t>• Enhanced Properties Tab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Modular Handler System</a:t>
            </a:r>
          </a:p>
          <a:p>
            <a:r>
              <a:t>• Lazy Loading Dependencies</a:t>
            </a:r>
          </a:p>
          <a:p>
            <a:r>
              <a:t>• Performance Optimizations</a:t>
            </a:r>
          </a:p>
          <a:p>
            <a:r>
              <a:t>• Memory Management</a:t>
            </a:r>
          </a:p>
          <a:p>
            <a:r>
              <a:t>• Error Handling &amp; Fallbacks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External Applications Needed</a:t>
            </a:r>
          </a:p>
          <a:p>
            <a:r>
              <a:t>• Instant File Content Preview</a:t>
            </a:r>
          </a:p>
          <a:p>
            <a:r>
              <a:t>• 50+ File Type Support</a:t>
            </a:r>
          </a:p>
          <a:p>
            <a:r>
              <a:t>• Professional-Grade Features</a:t>
            </a:r>
          </a:p>
          <a:p>
            <a:r>
              <a:t>• Large Directory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